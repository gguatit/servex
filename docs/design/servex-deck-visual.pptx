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Shape 5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20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8437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6667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4489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1965960"/>
            <a:ext cx="4602175" cy="3291840"/>
          </a:xfrm>
          <a:prstGeom prst="roundRect">
            <a:avLst>
              <a:gd name="adj" fmla="val 333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05472" y="40690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0304" y="40690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45262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0304" y="45262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38" name="Shape 36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39" name="Shape 37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43" name="Shape 41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44" name="Shape 42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45" name="Shape 43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4" name="Shape 2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5" name="Shape 3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7" name="Shape 5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0" name="Shape 8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4" name="Shape 2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5" name="Shape 3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6" name="Shape 4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9" name="Shape 7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0" name="Shape 8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1" name="Shape 9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3" name="Shape 31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2" name="Shape 40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33008" y="19202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9776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3008" y="39776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2026-10-14T23:31:56Z</dcterms:created>
  <dcterms:modified xsi:type="dcterms:W3CDTF">2026-10-14T23:31:56Z</dcterms:modified>
</cp:coreProperties>
</file>