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— 서버 연결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토큰을 입력해 에이전트에 연결합니다.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server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agent address and token.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331012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address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https://web-01.lan:8765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78561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••••••••••••••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7457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Connecting…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928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0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5129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13432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12978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2144" y="5513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3432" y="5605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138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916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Add a new server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입력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주소와 Bearer 토큰만 입력하면 연결됩니다.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진행 표시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중에는 진행 상태를 명확히 보여줍니다.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둔 서버로 즉시 재연결할 수 있습니다.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전 화면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후 — 메인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상태와 서버별 요약을 한눈에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75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7101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1288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23160" y="34930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61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423160" y="44074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161288" y="4608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61288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nas-01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423160" y="53218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1161288" y="5522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10.0.0.13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스트립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정상·주의·오류·오프라인 개수를 즉시 파악합니다.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카드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상태 · 주소 · 최근 CPU 추이(스파크라인)를 담습니다.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상세로 이동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CPU/MEM/DISK 그래프와 액션 화면으로 이동합니다.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후 메인 화면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 스케일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위계는 제목 → 주요 수치 → 본문 → 보조 라벨 순서로만 만듭니다.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02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titleLarge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sp · Bold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화면·카드 제목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headlineMedium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264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sp · SemiBold · tabular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36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수치 (CPU / MEM / DISK)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Ubuntu 24.04 · up 4d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014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bodyMedium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270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sp · Regular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행·값·설명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· LOAD · MOUNT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020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labelSmall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276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sp · 자간 0.4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148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라벨·단위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tabular(고정폭) 정렬로 흔들리지 않게 하고, 본문 대비는 4.5:1 이상을 유지합니다.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토큰 상세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토큰만 사용하고 화면마다 임의의 색을 만들지 않습니다.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6304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카드·패널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배경·구분 영역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6304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글자·수치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글자·라벨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포인트·선택·버튼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8803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2898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(≥ 75%)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754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(≥ 90%)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54864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5504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5760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버튼·상태칩·입력·스위치의 상태를 일관되게 유지합니다.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2402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22402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F11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Ghost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88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Pressed 는 색만 어둡게(위치 이동 없음), Disabled 는 35% 투명도.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46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520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82880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35204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108960" y="3520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52044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0624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23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항상 색 + 아이콘 + 텍스트 3요소로 표시합니다.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96596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2240280"/>
            <a:ext cx="4876495" cy="731520"/>
          </a:xfrm>
          <a:prstGeom prst="roundRect">
            <a:avLst>
              <a:gd name="adj" fmla="val 10000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9712" y="2331720"/>
            <a:ext cx="4547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 (host or host:port)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578608"/>
            <a:ext cx="4547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192.168.0.10:8765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06324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포커스는 primary 테두리(1.5)로만 표시합니다.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2044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3794760"/>
            <a:ext cx="3687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alerts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545775" y="382219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40135" y="38496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그린 선형 벡터만 사용합니다 (24dp · 2dp · 둥근 끝). 이모지 금지.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60397" y="2408530"/>
            <a:ext cx="98755" cy="10698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359152" y="2285086"/>
            <a:ext cx="181051" cy="230429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2219249"/>
            <a:ext cx="411480" cy="370332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8980" y="2350922"/>
            <a:ext cx="0" cy="905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0463" y="2474366"/>
            <a:ext cx="37033" cy="37033"/>
          </a:xfrm>
          <a:prstGeom prst="roundRect">
            <a:avLst>
              <a:gd name="adj" fmla="val 49383"/>
            </a:avLst>
          </a:prstGeom>
          <a:solidFill>
            <a:srgbClr val="E6E9EF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194560"/>
            <a:ext cx="411480" cy="411480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5364" y="2318004"/>
            <a:ext cx="164592" cy="16459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4055364" y="2318004"/>
            <a:ext cx="164592" cy="16459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011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227478"/>
            <a:ext cx="411480" cy="296266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1748" y="2235708"/>
            <a:ext cx="329184" cy="32918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9774" y="3452774"/>
            <a:ext cx="181051" cy="181051"/>
          </a:xfrm>
          <a:prstGeom prst="roundRect">
            <a:avLst>
              <a:gd name="adj" fmla="val 1515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0300" y="3370478"/>
            <a:ext cx="0" cy="6583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00300" y="3650285"/>
            <a:ext cx="0" cy="6583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7478" y="3543300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07285" y="3543300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7929" y="3407512"/>
            <a:ext cx="362102" cy="106985"/>
          </a:xfrm>
          <a:prstGeom prst="roundRect">
            <a:avLst>
              <a:gd name="adj" fmla="val 2564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7929" y="3572104"/>
            <a:ext cx="362102" cy="106985"/>
          </a:xfrm>
          <a:prstGeom prst="roundRect">
            <a:avLst>
              <a:gd name="adj" fmla="val 2564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56609" y="3391052"/>
            <a:ext cx="362102" cy="123444"/>
          </a:xfrm>
          <a:prstGeom prst="roundRect">
            <a:avLst>
              <a:gd name="adj" fmla="val 2222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6609" y="3572104"/>
            <a:ext cx="362102" cy="123444"/>
          </a:xfrm>
          <a:prstGeom prst="roundRect">
            <a:avLst>
              <a:gd name="adj" fmla="val 2222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10101" y="3434258"/>
            <a:ext cx="28804" cy="28804"/>
          </a:xfrm>
          <a:prstGeom prst="roundRect">
            <a:avLst>
              <a:gd name="adj" fmla="val 63491"/>
            </a:avLst>
          </a:prstGeom>
          <a:solidFill>
            <a:srgbClr val="E6E9E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10101" y="3615309"/>
            <a:ext cx="28804" cy="28804"/>
          </a:xfrm>
          <a:prstGeom prst="roundRect">
            <a:avLst>
              <a:gd name="adj" fmla="val 63491"/>
            </a:avLst>
          </a:prstGeom>
          <a:solidFill>
            <a:srgbClr val="E6E9EF"/>
          </a:solidFill>
          <a:ln/>
        </p:spPr>
      </p:sp>
      <p:sp>
        <p:nvSpPr>
          <p:cNvPr id="35" name="Shape 33"/>
          <p:cNvSpPr/>
          <p:nvPr/>
        </p:nvSpPr>
        <p:spPr>
          <a:xfrm>
            <a:off x="4617720" y="3154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33518" y="3502152"/>
            <a:ext cx="29626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5105095" y="3448660"/>
            <a:ext cx="90526" cy="106985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38" name="Shape 36"/>
          <p:cNvSpPr/>
          <p:nvPr/>
        </p:nvSpPr>
        <p:spPr>
          <a:xfrm>
            <a:off x="4882896" y="3592678"/>
            <a:ext cx="29626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6200000">
            <a:off x="4817059" y="3539185"/>
            <a:ext cx="90526" cy="106985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008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1168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94560" y="4480560"/>
            <a:ext cx="411480" cy="411480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43" name="Shape 41"/>
          <p:cNvSpPr/>
          <p:nvPr/>
        </p:nvSpPr>
        <p:spPr>
          <a:xfrm>
            <a:off x="288036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63240" y="4480560"/>
            <a:ext cx="411480" cy="411480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45" name="Shape 43"/>
          <p:cNvSpPr/>
          <p:nvPr/>
        </p:nvSpPr>
        <p:spPr>
          <a:xfrm>
            <a:off x="374904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4071823" y="4562856"/>
            <a:ext cx="115214" cy="12344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071823" y="4686300"/>
            <a:ext cx="115214" cy="123444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06340" y="4546397"/>
            <a:ext cx="0" cy="27980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6437" y="4686300"/>
            <a:ext cx="279806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5743346" y="4554626"/>
            <a:ext cx="205740" cy="205740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43346" y="4760366"/>
            <a:ext cx="65837" cy="24689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429768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36715" y="4595774"/>
            <a:ext cx="213970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10782" y="4546397"/>
            <a:ext cx="658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69634" y="4620463"/>
            <a:ext cx="148133" cy="197510"/>
          </a:xfrm>
          <a:prstGeom prst="roundRect">
            <a:avLst>
              <a:gd name="adj" fmla="val 18518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 두께·둥근 끝·24dp 그리드를 모든 아이콘에서 동일하게 유지합니다.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표시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수치·차트·바는 항상 같은 규칙으로 표시합니다.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BIG METRIC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65530" y="2317090"/>
            <a:ext cx="120701" cy="120701"/>
          </a:xfrm>
          <a:prstGeom prst="roundRect">
            <a:avLst>
              <a:gd name="adj" fmla="val 22727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262226"/>
            <a:ext cx="0" cy="43891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448763"/>
            <a:ext cx="0" cy="43891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0666" y="2377440"/>
            <a:ext cx="43891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7203" y="2377440"/>
            <a:ext cx="43891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5419" y="2286914"/>
            <a:ext cx="241402" cy="71323"/>
          </a:xfrm>
          <a:prstGeom prst="roundRect">
            <a:avLst>
              <a:gd name="adj" fmla="val 38462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5419" y="2396642"/>
            <a:ext cx="241402" cy="71323"/>
          </a:xfrm>
          <a:prstGeom prst="roundRect">
            <a:avLst>
              <a:gd name="adj" fmla="val 38462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45659" y="2275942"/>
            <a:ext cx="241402" cy="82296"/>
          </a:xfrm>
          <a:prstGeom prst="roundRect">
            <a:avLst>
              <a:gd name="adj" fmla="val 33333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5659" y="2396642"/>
            <a:ext cx="241402" cy="82296"/>
          </a:xfrm>
          <a:prstGeom prst="roundRect">
            <a:avLst>
              <a:gd name="adj" fmla="val 33333"/>
            </a:avLst>
          </a:prstGeom>
          <a:ln w="16510">
            <a:solidFill>
              <a:srgbClr val="8A90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1321" y="2304745"/>
            <a:ext cx="19202" cy="19202"/>
          </a:xfrm>
          <a:prstGeom prst="roundRect">
            <a:avLst>
              <a:gd name="adj" fmla="val 95240"/>
            </a:avLst>
          </a:prstGeom>
          <a:solidFill>
            <a:srgbClr val="8A9099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1321" y="2425446"/>
            <a:ext cx="19202" cy="19202"/>
          </a:xfrm>
          <a:prstGeom prst="roundRect">
            <a:avLst>
              <a:gd name="adj" fmla="val 95240"/>
            </a:avLst>
          </a:prstGeom>
          <a:solidFill>
            <a:srgbClr val="8A90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DISK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520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2327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10%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V="1">
            <a:off x="1508760" y="4539343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4539343"/>
            <a:ext cx="640080" cy="326571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788920" y="4212771"/>
            <a:ext cx="640080" cy="653143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4212771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069080" y="4049486"/>
            <a:ext cx="640080" cy="653143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049486"/>
            <a:ext cx="640080" cy="326571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349240" y="3886200"/>
            <a:ext cx="640080" cy="489857"/>
          </a:xfrm>
          <a:prstGeom prst="line">
            <a:avLst/>
          </a:prstGeom>
          <a:noFill/>
          <a:ln w="20320">
            <a:solidFill>
              <a:srgbClr val="4C8D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5257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y축 숫자 눈금 + 자동 스케일 + 부드러운 곡선 + 현재값 표시.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1965960"/>
            <a:ext cx="4876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BARS &amp; LISTS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75120" y="2240280"/>
            <a:ext cx="4876495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2240280"/>
            <a:ext cx="1940845" cy="365760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675120" y="224028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 39.8%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75120" y="2743200"/>
            <a:ext cx="4876495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2743200"/>
            <a:ext cx="3813419" cy="36576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75120" y="2743200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/data  78.2%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3291840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        cpu 12.9%   mem 1.2%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3639312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   cpu 8.1%    mem 8.4%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3986784"/>
            <a:ext cx="48764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dockerd    cpu 5.2%    mem 2.1%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448056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tabular, 단위는 자동 포맷 (%, B/s).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상세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2026-10-14T23:42:16Z</dcterms:created>
  <dcterms:modified xsi:type="dcterms:W3CDTF">2026-10-14T23:42:16Z</dcterms:modified>
</cp:coreProperties>
</file>