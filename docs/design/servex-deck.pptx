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6916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02726" y="1940723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2726" y="2133844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59785" y="1986808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6" name="Shape 4"/>
          <p:cNvSpPr/>
          <p:nvPr/>
        </p:nvSpPr>
        <p:spPr>
          <a:xfrm>
            <a:off x="5959785" y="2179930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서버를 한눈에 관제하는 안드로이드 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26768" y="4389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6768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우선 · 미니멀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528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28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직접 접속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960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60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GPL-3.0 오픈소스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제안서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 에이전트를 두고, 앱이 직접 접속해 상태와 지표를 한 화면에서 보여줍니다.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20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전문적이고 차분한 다크 UI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494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어두운 배경 · 카드형 컴포넌트 · 일관된 4/8 간격 리듬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437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788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상태를 색 + 아이콘 + 텍스트로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7238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색만으로 구분하지 않음 — 정상/주의/오류/오프라인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6667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611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기능을 한 흐름에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89534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서버 요약 → 상세 그래프 → 임계치 경보 → 원격 액션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489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434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화면 최적화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1830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정보 좌상단 · 수치는 큰 글씨 · 장식 최소화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9440" y="1965960"/>
            <a:ext cx="4602175" cy="3291840"/>
          </a:xfrm>
          <a:prstGeom prst="roundRect">
            <a:avLst>
              <a:gd name="adj" fmla="val 333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05472" y="2157984"/>
            <a:ext cx="4090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2542032"/>
            <a:ext cx="4090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 ·  Python 3 (표준 라이브러리만)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2779776"/>
            <a:ext cx="40901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파일 · Bearer 토큰 인증 · /proc 수집 · 히스토리 링버퍼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3291840"/>
            <a:ext cx="4090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 ·  Android · Kotlin + Jetpack Compose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529584"/>
            <a:ext cx="40901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MVVM · OkHttp · kotlinx.serialization · DataStore · WorkManager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05472" y="406908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05472" y="406908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Minimal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290304" y="406908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90304" y="406908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05472" y="452628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05472" y="452628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90304" y="452628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90304" y="452628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프로젝트 소개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하나로 색·타이포·컴포넌트를 통일합니다.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TOKENS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#0F1115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#1A1D23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Variant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#232732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On-Surface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#E6E9EF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On-Variant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#8A9099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5935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95935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#4C8DFF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5935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5935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#3DDC84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2044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5935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95935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#FFC93C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044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5935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95935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#FF5C5C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935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95935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#6B7280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182880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0" y="22402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28 / 14 / 11 sp · Sans · 수치는 tabular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27889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58000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0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22208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0F1115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22208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37033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5800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01000" y="3950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00100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189720" y="395020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189720" y="39502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5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24128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24128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4553712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ICONS  ·  직접 그린 벡터 (이모지 미사용)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98965" y="4961169"/>
            <a:ext cx="61448" cy="6656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960413" y="4884359"/>
            <a:ext cx="112654" cy="14337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78040" y="4843394"/>
            <a:ext cx="256032" cy="230429"/>
          </a:xfrm>
          <a:prstGeom prst="triangl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06056" y="4925324"/>
            <a:ext cx="0" cy="5632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4535" y="5002134"/>
            <a:ext cx="23043" cy="23043"/>
          </a:xfrm>
          <a:prstGeom prst="roundRect">
            <a:avLst>
              <a:gd name="adj" fmla="val 79365"/>
            </a:avLst>
          </a:prstGeom>
          <a:solidFill>
            <a:srgbClr val="E6E9EF"/>
          </a:solidFill>
          <a:ln/>
        </p:spPr>
      </p:sp>
      <p:sp>
        <p:nvSpPr>
          <p:cNvPr id="61" name="Shape 59"/>
          <p:cNvSpPr/>
          <p:nvPr/>
        </p:nvSpPr>
        <p:spPr>
          <a:xfrm>
            <a:off x="7498080" y="4828032"/>
            <a:ext cx="256032" cy="256032"/>
          </a:xfrm>
          <a:prstGeom prst="ellips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18120" y="4848515"/>
            <a:ext cx="256032" cy="184343"/>
          </a:xfrm>
          <a:prstGeom prst="cloud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43723" y="4853635"/>
            <a:ext cx="204826" cy="20482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09849" y="4899721"/>
            <a:ext cx="112654" cy="112654"/>
          </a:xfrm>
          <a:prstGeom prst="roundRect">
            <a:avLst>
              <a:gd name="adj" fmla="val 2435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6176" y="4848515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66176" y="5022616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58643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2744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73562" y="4871557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73562" y="4973970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93602" y="4861316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93602" y="4973970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26886" y="4888200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6" name="Shape 74"/>
          <p:cNvSpPr/>
          <p:nvPr/>
        </p:nvSpPr>
        <p:spPr>
          <a:xfrm>
            <a:off x="8826886" y="5000854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7" name="Shape 75"/>
          <p:cNvSpPr/>
          <p:nvPr/>
        </p:nvSpPr>
        <p:spPr>
          <a:xfrm>
            <a:off x="9118763" y="4930445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5400000">
            <a:off x="9287744" y="4897161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79" name="Shape 77"/>
          <p:cNvSpPr/>
          <p:nvPr/>
        </p:nvSpPr>
        <p:spPr>
          <a:xfrm>
            <a:off x="9149486" y="4986772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16200000">
            <a:off x="9108521" y="4953488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81" name="Shape 79"/>
          <p:cNvSpPr/>
          <p:nvPr/>
        </p:nvSpPr>
        <p:spPr>
          <a:xfrm>
            <a:off x="9418320" y="4828032"/>
            <a:ext cx="256032" cy="256032"/>
          </a:xfrm>
          <a:prstGeom prst="circularArrow">
            <a:avLst/>
          </a:prstGeom>
          <a:solidFill>
            <a:srgbClr val="E6E9EF"/>
          </a:solidFill>
          <a:ln/>
        </p:spPr>
      </p:sp>
      <p:sp>
        <p:nvSpPr>
          <p:cNvPr id="82" name="Shape 80"/>
          <p:cNvSpPr/>
          <p:nvPr/>
        </p:nvSpPr>
        <p:spPr>
          <a:xfrm>
            <a:off x="9738360" y="4828032"/>
            <a:ext cx="256032" cy="256032"/>
          </a:xfrm>
          <a:prstGeom prst="gear6">
            <a:avLst/>
          </a:prstGeom>
          <a:solidFill>
            <a:srgbClr val="E6E9EF"/>
          </a:solidFill>
          <a:ln/>
        </p:spPr>
      </p:sp>
      <p:sp>
        <p:nvSpPr>
          <p:cNvPr id="83" name="Shape 81"/>
          <p:cNvSpPr/>
          <p:nvPr/>
        </p:nvSpPr>
        <p:spPr>
          <a:xfrm flipH="1">
            <a:off x="10145451" y="487923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5451" y="495604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06456" y="4868997"/>
            <a:ext cx="0" cy="17410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19405" y="4956048"/>
            <a:ext cx="174102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10744566" y="4874118"/>
            <a:ext cx="128016" cy="128016"/>
          </a:xfrm>
          <a:prstGeom prst="line">
            <a:avLst/>
          </a:prstGeom>
          <a:noFill/>
          <a:ln w="24130">
            <a:solidFill>
              <a:srgbClr val="E6E9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744566" y="5002134"/>
            <a:ext cx="40965" cy="1536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079968" y="4899721"/>
            <a:ext cx="1331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126053" y="4868997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100450" y="4915083"/>
            <a:ext cx="92172" cy="122895"/>
          </a:xfrm>
          <a:prstGeom prst="roundRect">
            <a:avLst>
              <a:gd name="adj" fmla="val 2976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시스템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 — 서버 연결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주소와 토큰을 입력해 에이전트에 연결합니다.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883664" y="21671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11" name="Shape 9"/>
          <p:cNvSpPr/>
          <p:nvPr/>
        </p:nvSpPr>
        <p:spPr>
          <a:xfrm>
            <a:off x="1998513" y="2298619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8513" y="2403226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419" y="2323582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9419" y="2428189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2679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to a server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agent address and token.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51560" y="32644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52144" y="331012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address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34564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https://web-01.lan:8765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373989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52144" y="378561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93192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••••••••••••••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51560" y="4233672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4233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2700000">
            <a:off x="1051560" y="4764024"/>
            <a:ext cx="155448" cy="155448"/>
          </a:xfrm>
          <a:prstGeom prst="blockArc">
            <a:avLst/>
          </a:prstGeom>
          <a:solidFill>
            <a:srgbClr val="4C8D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80160" y="47457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Connecting…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9286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10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51560" y="5129784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52144" y="51297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13432" y="5221224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13432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129784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1560" y="551383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52144" y="55138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313432" y="5605272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13432" y="56052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2971800" y="5513832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916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Add a new server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토큰 입력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주소와 Bearer 토큰만 입력하면 연결됩니다.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진행 표시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중에는 진행 상태를 명확히 보여줍니다.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등록해 둔 서버로 즉시 재연결할 수 있습니다.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전 화면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후 — 메인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상태와 서버별 요약을 한눈에 확인합니다.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63630" y="2211568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3630" y="2300082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9782" y="2232690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9782" y="2321204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07592" y="2157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96312" y="2194560"/>
            <a:ext cx="182880" cy="182880"/>
          </a:xfrm>
          <a:prstGeom prst="circularArrow">
            <a:avLst/>
          </a:prstGeom>
          <a:solidFill>
            <a:srgbClr val="8A9099"/>
          </a:solidFill>
          <a:ln/>
        </p:spPr>
      </p:sp>
      <p:sp>
        <p:nvSpPr>
          <p:cNvPr id="16" name="Shape 14"/>
          <p:cNvSpPr/>
          <p:nvPr/>
        </p:nvSpPr>
        <p:spPr>
          <a:xfrm>
            <a:off x="2825496" y="2223821"/>
            <a:ext cx="0" cy="124358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3317" y="2286000"/>
            <a:ext cx="124358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2194560"/>
            <a:ext cx="182880" cy="182880"/>
          </a:xfrm>
          <a:prstGeom prst="gear6">
            <a:avLst/>
          </a:prstGeom>
          <a:solidFill>
            <a:srgbClr val="8A909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3DDC8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7101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4884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C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36829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53288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5156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5C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7101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43560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14884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53288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51560" y="34107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61288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23160" y="34930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423160" y="34930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" y="3694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10.0.0.5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 flipV="1">
            <a:off x="1161288" y="4072128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30383" y="4072128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699478" y="3992880"/>
            <a:ext cx="269095" cy="118872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68573" y="3992880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2237667" y="3953256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06762" y="3953256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775857" y="3913632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" y="43251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61288" y="4407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423160" y="44074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423160" y="44074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650" dirty="0"/>
          </a:p>
        </p:txBody>
      </p:sp>
      <p:sp>
        <p:nvSpPr>
          <p:cNvPr id="51" name="Text 49"/>
          <p:cNvSpPr txBox="1"/>
          <p:nvPr/>
        </p:nvSpPr>
        <p:spPr>
          <a:xfrm>
            <a:off x="1161288" y="4608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10.0.0.9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161288" y="5006340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430383" y="4946904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99478" y="4946904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968573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37667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506762" y="4828032"/>
            <a:ext cx="269095" cy="178308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75857" y="4828032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1560" y="52395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161288" y="5321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nas-01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423160" y="53218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2423160" y="53218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1161288" y="55229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10.0.0.13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161288" y="5861304"/>
            <a:ext cx="18836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88920" y="5669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971800" y="5789981"/>
            <a:ext cx="0" cy="124358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09621" y="5852160"/>
            <a:ext cx="124358" cy="0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스트립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정상·주의·오류·오프라인 개수를 즉시 파악합니다.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카드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상태 · 주소 · 최근 CPU 추이(스파크라인)를 담습니다.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상세로 이동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누르면 CPU/MEM/DISK 그래프와 액션 화면으로 이동합니다.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후 메인 화면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 &amp; LICENSE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· 라이선스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8608" cy="1783080"/>
          </a:xfrm>
          <a:prstGeom prst="roundRect">
            <a:avLst>
              <a:gd name="adj" fmla="val 6154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21408"/>
            <a:ext cx="480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42032"/>
            <a:ext cx="48065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Kotlin · Jetpack Compose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MVVM · StateFlow · 수동 DI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OkHttp · kotlinx.serialization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DataStore · WorkManager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33008" y="1920240"/>
            <a:ext cx="5318608" cy="1783080"/>
          </a:xfrm>
          <a:prstGeom prst="roundRect">
            <a:avLst>
              <a:gd name="adj" fmla="val 6154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9040" y="2121408"/>
            <a:ext cx="480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89040" y="2542032"/>
            <a:ext cx="48065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 · 표준 라이브러리만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파일 servex-agent.py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Bearer 토큰 인증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/proc 수집 · 링버퍼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18608" cy="1783080"/>
          </a:xfrm>
          <a:prstGeom prst="roundRect">
            <a:avLst>
              <a:gd name="adj" fmla="val 6154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4178808"/>
            <a:ext cx="480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599432"/>
            <a:ext cx="48065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우선 색상 토큰 10종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4/8 dp 간격 리듬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그린 벡터 아이콘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이모지 미사용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3977640"/>
            <a:ext cx="5318608" cy="1783080"/>
          </a:xfrm>
          <a:prstGeom prst="roundRect">
            <a:avLst>
              <a:gd name="adj" fmla="val 6154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9040" y="4178808"/>
            <a:ext cx="480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License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89040" y="4599432"/>
            <a:ext cx="48065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GPL-3.0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· 셀프호스팅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직접 접속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데이터는 사용자 소유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2026-10-13T05:24:02Z</dcterms:created>
  <dcterms:modified xsi:type="dcterms:W3CDTF">2026-10-13T05:24:02Z</dcterms:modified>
</cp:coreProperties>
</file>