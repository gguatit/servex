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07228" y="178308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5914796" y="2015338"/>
            <a:ext cx="362102" cy="131674"/>
          </a:xfrm>
          <a:prstGeom prst="roundRect">
            <a:avLst>
              <a:gd name="adj" fmla="val 20833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14796" y="2196389"/>
            <a:ext cx="362102" cy="131674"/>
          </a:xfrm>
          <a:prstGeom prst="roundRect">
            <a:avLst>
              <a:gd name="adj" fmla="val 20833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64174" y="2064715"/>
            <a:ext cx="24689" cy="24689"/>
          </a:xfrm>
          <a:prstGeom prst="roundRect">
            <a:avLst>
              <a:gd name="adj" fmla="val 74073"/>
            </a:avLst>
          </a:prstGeom>
          <a:solidFill>
            <a:srgbClr val="4C8DFF"/>
          </a:solidFill>
          <a:ln/>
        </p:spPr>
      </p:sp>
      <p:sp>
        <p:nvSpPr>
          <p:cNvPr id="6" name="Shape 4"/>
          <p:cNvSpPr/>
          <p:nvPr/>
        </p:nvSpPr>
        <p:spPr>
          <a:xfrm>
            <a:off x="5964174" y="2245766"/>
            <a:ext cx="24689" cy="24689"/>
          </a:xfrm>
          <a:prstGeom prst="roundRect">
            <a:avLst>
              <a:gd name="adj" fmla="val 74073"/>
            </a:avLst>
          </a:prstGeom>
          <a:solidFill>
            <a:srgbClr val="4C8D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0" y="36118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서버를 한눈에 관제하는 안드로이드 앱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55368" y="4297680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55368" y="429768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우선 · 미니멀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98568" y="4297680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98568" y="429768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직접 접속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41768" y="42976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41768" y="42976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GPL-3.0 오픈소스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제안서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소개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에이전트를 두고, 앱이 직접 접속해 상태와 지표를 한 화면에서 보여줍니다.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037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전문적이고 차분한 다크 UI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3230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어두운 배경 · 카드형 컴포넌트 · 일관된 4/8 간격 리듬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971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색 + 아이콘 + 텍스트로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552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색만으로 구분하지 않음 — 정상/주의/오류/오프라인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849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7947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한 흐름에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7822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서버 요약 → 상세 그래프 → 임계치 경보 → 원격 액션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67258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6177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화면 최적화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90118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 정보 좌상단 · 수치는 큰 글씨 · 장식 최소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0" y="2148840"/>
            <a:ext cx="4693615" cy="3246120"/>
          </a:xfrm>
          <a:prstGeom prst="roundRect">
            <a:avLst>
              <a:gd name="adj" fmla="val 338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14032" y="2331720"/>
            <a:ext cx="4181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2697480"/>
            <a:ext cx="4181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 ·  Python 3 (표준 라이브러리만)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926080"/>
            <a:ext cx="41815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파일 · Bearer 토큰 인증 · /proc 수집 · 히스토리 링버퍼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429000"/>
            <a:ext cx="4181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 ·  Android · Kotlin + Jetpack Compose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3657600"/>
            <a:ext cx="41815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MVVM · OkHttp · kotlinx.serialization · DataStore · WorkManager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14032" y="43434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14032" y="4343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Key: Minimal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41080" y="43434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41080" y="4343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68128" y="43434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68128" y="4343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1695176" y="43434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1695176" y="4343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프로젝트 소개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시스템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하나로 색·타이포·컴포넌트를 통일합니다.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 TOKENS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73405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98648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#0F1115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822387" y="2240280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22387" y="273405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Surface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22387" y="2898648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#1A1D23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004694" y="2240280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232732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04694" y="273405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Surface Variant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04694" y="2898648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#232732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87001" y="2240280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001" y="273405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On-Surface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187001" y="2898648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#E6E9EF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369308" y="2240280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8A9099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69308" y="273405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On-Variant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69308" y="2898648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#8A9099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3081528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4C8DFF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75304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3989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#4C8DFF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822387" y="3081528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3DDC84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822387" y="3575304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822387" y="373989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#3DDC84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004694" y="3081528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FFC93C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4694" y="3575304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004694" y="373989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#FFC93C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187001" y="3081528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FF5C5C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87001" y="3575304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187001" y="373989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#FF5C5C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369308" y="3081528"/>
            <a:ext cx="1999427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69308" y="3575304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369308" y="3739896"/>
            <a:ext cx="1999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#6B7280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023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TYPOGRAPHY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4251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28 / 14 / 11 sp  ·  Sans  ·  수치는 tabular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37%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86868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수치 (headline)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BUTTONS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029200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4C8D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50292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710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377440" y="5029200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0F1115"/>
          </a:solidFill>
          <a:ln w="19050">
            <a:solidFill>
              <a:srgbClr val="4C8D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377440" y="50292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114800" y="5029200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4C8D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114800" y="50292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710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766560" y="50292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766560" y="5029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DDC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09560" y="50292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909560" y="5029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C9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098280" y="5029200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098280" y="502920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5C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49840" y="5029200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149840" y="50292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56235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ICONS  ·  직접 그린 벡터 (이모지 미사용)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1228" y="6040526"/>
            <a:ext cx="65837" cy="71323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7065" y="6111850"/>
            <a:ext cx="126187" cy="-153619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24128" y="5897880"/>
            <a:ext cx="274320" cy="274320"/>
          </a:xfrm>
          <a:prstGeom prst="triangle">
            <a:avLst/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61288" y="6013094"/>
            <a:ext cx="0" cy="6035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50315" y="6095390"/>
            <a:ext cx="21946" cy="21946"/>
          </a:xfrm>
          <a:prstGeom prst="roundRect">
            <a:avLst>
              <a:gd name="adj" fmla="val 83332"/>
            </a:avLst>
          </a:prstGeom>
          <a:solidFill>
            <a:srgbClr val="E6E9EF"/>
          </a:solidFill>
          <a:ln/>
        </p:spPr>
      </p:sp>
      <p:sp>
        <p:nvSpPr>
          <p:cNvPr id="62" name="Shape 60"/>
          <p:cNvSpPr/>
          <p:nvPr/>
        </p:nvSpPr>
        <p:spPr>
          <a:xfrm>
            <a:off x="1408176" y="5897880"/>
            <a:ext cx="274320" cy="274320"/>
          </a:xfrm>
          <a:prstGeom prst="ellipse">
            <a:avLst/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490472" y="5980176"/>
            <a:ext cx="109728" cy="109728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600200" y="5980176"/>
            <a:ext cx="-109728" cy="109728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92224" y="5914339"/>
            <a:ext cx="274320" cy="197510"/>
          </a:xfrm>
          <a:prstGeom prst="cloud">
            <a:avLst/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825142" y="5925312"/>
            <a:ext cx="208483" cy="219456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253082" y="5974690"/>
            <a:ext cx="120701" cy="120701"/>
          </a:xfrm>
          <a:prstGeom prst="roundRect">
            <a:avLst>
              <a:gd name="adj" fmla="val 22727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313432" y="5919826"/>
            <a:ext cx="0" cy="43891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313432" y="6106363"/>
            <a:ext cx="0" cy="43891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98218" y="6035040"/>
            <a:ext cx="43891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384755" y="6035040"/>
            <a:ext cx="43891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576779" y="5941771"/>
            <a:ext cx="241402" cy="76810"/>
          </a:xfrm>
          <a:prstGeom prst="roundRect">
            <a:avLst>
              <a:gd name="adj" fmla="val 35714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576779" y="6051499"/>
            <a:ext cx="241402" cy="76810"/>
          </a:xfrm>
          <a:prstGeom prst="roundRect">
            <a:avLst>
              <a:gd name="adj" fmla="val 35714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60827" y="5930798"/>
            <a:ext cx="241402" cy="87782"/>
          </a:xfrm>
          <a:prstGeom prst="roundRect">
            <a:avLst>
              <a:gd name="adj" fmla="val 31250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60827" y="6051499"/>
            <a:ext cx="241402" cy="87782"/>
          </a:xfrm>
          <a:prstGeom prst="roundRect">
            <a:avLst>
              <a:gd name="adj" fmla="val 31250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93746" y="5963717"/>
            <a:ext cx="16459" cy="16459"/>
          </a:xfrm>
          <a:prstGeom prst="roundRect">
            <a:avLst>
              <a:gd name="adj" fmla="val 111112"/>
            </a:avLst>
          </a:prstGeom>
          <a:solidFill>
            <a:srgbClr val="E6E9EF"/>
          </a:solidFill>
          <a:ln/>
        </p:spPr>
      </p:sp>
      <p:sp>
        <p:nvSpPr>
          <p:cNvPr id="77" name="Shape 75"/>
          <p:cNvSpPr/>
          <p:nvPr/>
        </p:nvSpPr>
        <p:spPr>
          <a:xfrm>
            <a:off x="2993746" y="6084418"/>
            <a:ext cx="16459" cy="16459"/>
          </a:xfrm>
          <a:prstGeom prst="roundRect">
            <a:avLst>
              <a:gd name="adj" fmla="val 111112"/>
            </a:avLst>
          </a:prstGeom>
          <a:solidFill>
            <a:srgbClr val="E6E9EF"/>
          </a:solidFill>
          <a:ln/>
        </p:spPr>
      </p:sp>
      <p:sp>
        <p:nvSpPr>
          <p:cNvPr id="78" name="Shape 76"/>
          <p:cNvSpPr/>
          <p:nvPr/>
        </p:nvSpPr>
        <p:spPr>
          <a:xfrm>
            <a:off x="3350362" y="6007608"/>
            <a:ext cx="197510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rot="5400000">
            <a:off x="3525926" y="5969203"/>
            <a:ext cx="54864" cy="76810"/>
          </a:xfrm>
          <a:prstGeom prst="triangle">
            <a:avLst/>
          </a:prstGeom>
          <a:solidFill>
            <a:srgbClr val="E6E9EF"/>
          </a:solidFill>
          <a:ln/>
        </p:spPr>
      </p:sp>
      <p:sp>
        <p:nvSpPr>
          <p:cNvPr id="80" name="Shape 78"/>
          <p:cNvSpPr/>
          <p:nvPr/>
        </p:nvSpPr>
        <p:spPr>
          <a:xfrm>
            <a:off x="3383280" y="6067958"/>
            <a:ext cx="197510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rot="16200000">
            <a:off x="3350362" y="6029554"/>
            <a:ext cx="54864" cy="76810"/>
          </a:xfrm>
          <a:prstGeom prst="triangle">
            <a:avLst/>
          </a:prstGeom>
          <a:solidFill>
            <a:srgbClr val="E6E9EF"/>
          </a:solidFill>
          <a:ln/>
        </p:spPr>
      </p:sp>
      <p:sp>
        <p:nvSpPr>
          <p:cNvPr id="82" name="Shape 80"/>
          <p:cNvSpPr/>
          <p:nvPr/>
        </p:nvSpPr>
        <p:spPr>
          <a:xfrm>
            <a:off x="3712464" y="5897880"/>
            <a:ext cx="274320" cy="274320"/>
          </a:xfrm>
          <a:prstGeom prst="circularArrow">
            <a:avLst/>
          </a:prstGeom>
          <a:solidFill>
            <a:srgbClr val="E6E9EF"/>
          </a:solidFill>
          <a:ln/>
        </p:spPr>
      </p:sp>
      <p:sp>
        <p:nvSpPr>
          <p:cNvPr id="83" name="Shape 81"/>
          <p:cNvSpPr/>
          <p:nvPr/>
        </p:nvSpPr>
        <p:spPr>
          <a:xfrm>
            <a:off x="4096512" y="5897880"/>
            <a:ext cx="274320" cy="274320"/>
          </a:xfrm>
          <a:prstGeom prst="gear6">
            <a:avLst/>
          </a:prstGeom>
          <a:solidFill>
            <a:srgbClr val="E6E9EF"/>
          </a:solidFill>
          <a:ln/>
        </p:spPr>
      </p:sp>
      <p:sp>
        <p:nvSpPr>
          <p:cNvPr id="84" name="Shape 82"/>
          <p:cNvSpPr/>
          <p:nvPr/>
        </p:nvSpPr>
        <p:spPr>
          <a:xfrm>
            <a:off x="4650638" y="5952744"/>
            <a:ext cx="-82296" cy="82296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68342" y="6035040"/>
            <a:ext cx="82296" cy="82296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001768" y="5939028"/>
            <a:ext cx="0" cy="192024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05756" y="6035040"/>
            <a:ext cx="192024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298034" y="6073445"/>
            <a:ext cx="126187" cy="-126187"/>
          </a:xfrm>
          <a:prstGeom prst="line">
            <a:avLst/>
          </a:prstGeom>
          <a:noFill/>
          <a:ln w="22860">
            <a:solidFill>
              <a:srgbClr val="E6E9E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298034" y="6073445"/>
            <a:ext cx="49378" cy="13716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693054" y="5969203"/>
            <a:ext cx="153619" cy="0"/>
          </a:xfrm>
          <a:prstGeom prst="line">
            <a:avLst/>
          </a:prstGeom>
          <a:noFill/>
          <a:ln w="15240">
            <a:solidFill>
              <a:srgbClr val="E6E9E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20486" y="5980176"/>
            <a:ext cx="98755" cy="137160"/>
          </a:xfrm>
          <a:prstGeom prst="roundRect">
            <a:avLst>
              <a:gd name="adj" fmla="val 27778"/>
            </a:avLst>
          </a:prstGeom>
          <a:ln w="15240">
            <a:solidFill>
              <a:srgbClr val="E6E9E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디자인 시스템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전 — 서버 연결 화면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토큰을 입력해 에이전트에 연결합니다.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2468880" cy="4846320"/>
          </a:xfrm>
          <a:prstGeom prst="roundRect">
            <a:avLst>
              <a:gd name="adj" fmla="val 11852"/>
            </a:avLst>
          </a:prstGeom>
          <a:solidFill>
            <a:srgbClr val="0F1115"/>
          </a:solidFill>
          <a:ln w="25400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9:41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633472" y="1517904"/>
            <a:ext cx="146304" cy="91440"/>
          </a:xfrm>
          <a:prstGeom prst="roundRect">
            <a:avLst>
              <a:gd name="adj" fmla="val 20000"/>
            </a:avLst>
          </a:prstGeom>
          <a:solidFill>
            <a:srgbClr val="8A9099"/>
          </a:solidFill>
          <a:ln/>
        </p:spPr>
      </p:sp>
      <p:sp>
        <p:nvSpPr>
          <p:cNvPr id="8" name="Shape 6"/>
          <p:cNvSpPr/>
          <p:nvPr/>
        </p:nvSpPr>
        <p:spPr>
          <a:xfrm>
            <a:off x="2816352" y="1508760"/>
            <a:ext cx="146304" cy="109728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/>
        </p:spPr>
      </p:sp>
      <p:sp>
        <p:nvSpPr>
          <p:cNvPr id="9" name="Shape 7"/>
          <p:cNvSpPr/>
          <p:nvPr/>
        </p:nvSpPr>
        <p:spPr>
          <a:xfrm>
            <a:off x="2999232" y="1499616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8A9099"/>
          </a:solidFill>
          <a:ln/>
        </p:spPr>
      </p:sp>
      <p:sp>
        <p:nvSpPr>
          <p:cNvPr id="10" name="Shape 8"/>
          <p:cNvSpPr/>
          <p:nvPr/>
        </p:nvSpPr>
        <p:spPr>
          <a:xfrm>
            <a:off x="192024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B3A6B"/>
          </a:solidFill>
          <a:ln/>
        </p:spPr>
      </p:sp>
      <p:sp>
        <p:nvSpPr>
          <p:cNvPr id="11" name="Shape 9"/>
          <p:cNvSpPr/>
          <p:nvPr/>
        </p:nvSpPr>
        <p:spPr>
          <a:xfrm>
            <a:off x="2036186" y="1960108"/>
            <a:ext cx="225308" cy="81930"/>
          </a:xfrm>
          <a:prstGeom prst="roundRect">
            <a:avLst>
              <a:gd name="adj" fmla="val 33482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36186" y="2072762"/>
            <a:ext cx="225308" cy="81930"/>
          </a:xfrm>
          <a:prstGeom prst="roundRect">
            <a:avLst>
              <a:gd name="adj" fmla="val 33482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66910" y="1990832"/>
            <a:ext cx="15362" cy="15362"/>
          </a:xfrm>
          <a:prstGeom prst="roundRect">
            <a:avLst>
              <a:gd name="adj" fmla="val 119047"/>
            </a:avLst>
          </a:prstGeom>
          <a:solidFill>
            <a:srgbClr val="4C8D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066910" y="2103486"/>
            <a:ext cx="15362" cy="15362"/>
          </a:xfrm>
          <a:prstGeom prst="roundRect">
            <a:avLst>
              <a:gd name="adj" fmla="val 119047"/>
            </a:avLst>
          </a:prstGeom>
          <a:solidFill>
            <a:srgbClr val="4C8D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 to a server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6700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agent address and token to start monitoring.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097280" y="310896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A1D23"/>
          </a:solidFill>
          <a:ln w="19050">
            <a:solidFill>
              <a:srgbClr val="4C8D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07008" y="315468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address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331012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https://web-01.lan:8765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97280" y="365760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07008" y="370332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85876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••••••••••••••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97280" y="4224528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4C8D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42245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710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2700000">
            <a:off x="1097280" y="4800600"/>
            <a:ext cx="164592" cy="164592"/>
          </a:xfrm>
          <a:prstGeom prst="blockArc">
            <a:avLst/>
          </a:prstGeom>
          <a:solidFill>
            <a:srgbClr val="4C8D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35024" y="478231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Connecting…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1389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10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SAVED SERVERS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097280" y="537667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07008" y="53766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web-01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59152" y="5477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59152" y="547725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999232" y="5376672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97280" y="583387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0700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db-01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359152" y="59344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59152" y="593445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2999232" y="5833872"/>
            <a:ext cx="137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" y="58521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Add a new server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023360" y="22037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97680" y="214884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토큰 입력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243230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주소와 Bearer 토큰만 입력하면 연결됩니다.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023360" y="30266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97680" y="297180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진행 표시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297680" y="325526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중에는 진행 상태를 명확히 보여줍니다.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023360" y="3849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297680" y="379476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Saved servers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297680" y="407822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등록해 둔 서버로 즉시 재연결할 수 있습니다.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연결 전 화면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후 — 메인 화면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상태와 서버별 요약을 한눈에 확인합니다.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2468880" cy="4846320"/>
          </a:xfrm>
          <a:prstGeom prst="roundRect">
            <a:avLst>
              <a:gd name="adj" fmla="val 11852"/>
            </a:avLst>
          </a:prstGeom>
          <a:solidFill>
            <a:srgbClr val="0F1115"/>
          </a:solidFill>
          <a:ln w="25400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9:41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633472" y="1517904"/>
            <a:ext cx="146304" cy="91440"/>
          </a:xfrm>
          <a:prstGeom prst="roundRect">
            <a:avLst>
              <a:gd name="adj" fmla="val 20000"/>
            </a:avLst>
          </a:prstGeom>
          <a:solidFill>
            <a:srgbClr val="8A9099"/>
          </a:solidFill>
          <a:ln/>
        </p:spPr>
      </p:sp>
      <p:sp>
        <p:nvSpPr>
          <p:cNvPr id="8" name="Shape 6"/>
          <p:cNvSpPr/>
          <p:nvPr/>
        </p:nvSpPr>
        <p:spPr>
          <a:xfrm>
            <a:off x="2816352" y="1508760"/>
            <a:ext cx="146304" cy="109728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/>
        </p:spPr>
      </p:sp>
      <p:sp>
        <p:nvSpPr>
          <p:cNvPr id="9" name="Shape 7"/>
          <p:cNvSpPr/>
          <p:nvPr/>
        </p:nvSpPr>
        <p:spPr>
          <a:xfrm>
            <a:off x="2999232" y="1499616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8A9099"/>
          </a:solidFill>
          <a:ln/>
        </p:spPr>
      </p:sp>
      <p:sp>
        <p:nvSpPr>
          <p:cNvPr id="10" name="Shape 8"/>
          <p:cNvSpPr/>
          <p:nvPr/>
        </p:nvSpPr>
        <p:spPr>
          <a:xfrm>
            <a:off x="1110447" y="1809415"/>
            <a:ext cx="193121" cy="70226"/>
          </a:xfrm>
          <a:prstGeom prst="roundRect">
            <a:avLst>
              <a:gd name="adj" fmla="val 39062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0447" y="1905975"/>
            <a:ext cx="193121" cy="70226"/>
          </a:xfrm>
          <a:prstGeom prst="roundRect">
            <a:avLst>
              <a:gd name="adj" fmla="val 39062"/>
            </a:avLst>
          </a:prstGeom>
          <a:ln w="15240">
            <a:solidFill>
              <a:srgbClr val="4C8D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6782" y="1835749"/>
            <a:ext cx="13167" cy="13167"/>
          </a:xfrm>
          <a:prstGeom prst="roundRect">
            <a:avLst>
              <a:gd name="adj" fmla="val 138893"/>
            </a:avLst>
          </a:prstGeom>
          <a:solidFill>
            <a:srgbClr val="4C8D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6782" y="1932310"/>
            <a:ext cx="13167" cy="13167"/>
          </a:xfrm>
          <a:prstGeom prst="roundRect">
            <a:avLst>
              <a:gd name="adj" fmla="val 138893"/>
            </a:avLst>
          </a:prstGeom>
          <a:solidFill>
            <a:srgbClr val="4C8D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17556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87168" y="1792224"/>
            <a:ext cx="201168" cy="201168"/>
          </a:xfrm>
          <a:prstGeom prst="circularArrow">
            <a:avLst/>
          </a:prstGeom>
          <a:solidFill>
            <a:srgbClr val="8A9099"/>
          </a:solidFill>
          <a:ln/>
        </p:spPr>
      </p:sp>
      <p:sp>
        <p:nvSpPr>
          <p:cNvPr id="16" name="Shape 14"/>
          <p:cNvSpPr/>
          <p:nvPr/>
        </p:nvSpPr>
        <p:spPr>
          <a:xfrm>
            <a:off x="2843784" y="1822399"/>
            <a:ext cx="0" cy="140818"/>
          </a:xfrm>
          <a:prstGeom prst="line">
            <a:avLst/>
          </a:prstGeom>
          <a:noFill/>
          <a:ln w="15240">
            <a:solidFill>
              <a:srgbClr val="8A90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73375" y="1892808"/>
            <a:ext cx="140818" cy="0"/>
          </a:xfrm>
          <a:prstGeom prst="line">
            <a:avLst/>
          </a:prstGeom>
          <a:noFill/>
          <a:ln w="15240">
            <a:solidFill>
              <a:srgbClr val="8A90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80944" y="1792224"/>
            <a:ext cx="201168" cy="201168"/>
          </a:xfrm>
          <a:prstGeom prst="gear6">
            <a:avLst/>
          </a:prstGeom>
          <a:solidFill>
            <a:srgbClr val="8A909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7280" y="2240280"/>
            <a:ext cx="484632" cy="310896"/>
          </a:xfrm>
          <a:prstGeom prst="roundRect">
            <a:avLst>
              <a:gd name="adj" fmla="val 23529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70432" y="2331720"/>
            <a:ext cx="82296" cy="82296"/>
          </a:xfrm>
          <a:prstGeom prst="roundRect">
            <a:avLst>
              <a:gd name="adj" fmla="val 33333"/>
            </a:avLst>
          </a:prstGeom>
          <a:solidFill>
            <a:srgbClr val="3DDC8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98448" y="22402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2404872"/>
            <a:ext cx="265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1636776" y="2240280"/>
            <a:ext cx="484632" cy="310896"/>
          </a:xfrm>
          <a:prstGeom prst="roundRect">
            <a:avLst>
              <a:gd name="adj" fmla="val 23529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9928" y="2331720"/>
            <a:ext cx="82296" cy="82296"/>
          </a:xfrm>
          <a:prstGeom prst="roundRect">
            <a:avLst>
              <a:gd name="adj" fmla="val 33333"/>
            </a:avLst>
          </a:prstGeom>
          <a:solidFill>
            <a:srgbClr val="FFC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837944" y="22402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837944" y="2404872"/>
            <a:ext cx="265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2176272" y="2240280"/>
            <a:ext cx="484632" cy="310896"/>
          </a:xfrm>
          <a:prstGeom prst="roundRect">
            <a:avLst>
              <a:gd name="adj" fmla="val 23529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9424" y="2331720"/>
            <a:ext cx="82296" cy="82296"/>
          </a:xfrm>
          <a:prstGeom prst="roundRect">
            <a:avLst>
              <a:gd name="adj" fmla="val 33333"/>
            </a:avLst>
          </a:prstGeom>
          <a:solidFill>
            <a:srgbClr val="FF5C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77440" y="22402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404872"/>
            <a:ext cx="265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2715768" y="2240280"/>
            <a:ext cx="484632" cy="310896"/>
          </a:xfrm>
          <a:prstGeom prst="roundRect">
            <a:avLst>
              <a:gd name="adj" fmla="val 23529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88920" y="2331720"/>
            <a:ext cx="82296" cy="82296"/>
          </a:xfrm>
          <a:prstGeom prst="roundRect">
            <a:avLst>
              <a:gd name="adj" fmla="val 33333"/>
            </a:avLst>
          </a:prstGeom>
          <a:solidFill>
            <a:srgbClr val="6B728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916936" y="22402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2916936" y="2404872"/>
            <a:ext cx="265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1097280" y="2697480"/>
            <a:ext cx="2103120" cy="850392"/>
          </a:xfrm>
          <a:prstGeom prst="roundRect">
            <a:avLst>
              <a:gd name="adj" fmla="val 10753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207008" y="27706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50592" y="2770632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706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DDC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297180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10.0.0.5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207008" y="3456432"/>
            <a:ext cx="269095" cy="-85344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76103" y="3371088"/>
            <a:ext cx="269095" cy="42672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45198" y="3413760"/>
            <a:ext cx="269095" cy="-128016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14293" y="3285744"/>
            <a:ext cx="269095" cy="42672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83387" y="3328416"/>
            <a:ext cx="269095" cy="-85344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52482" y="3243072"/>
            <a:ext cx="269095" cy="42672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21577" y="3285744"/>
            <a:ext cx="269095" cy="-85344"/>
          </a:xfrm>
          <a:prstGeom prst="line">
            <a:avLst/>
          </a:prstGeom>
          <a:noFill/>
          <a:ln w="17780">
            <a:solidFill>
              <a:srgbClr val="3DDC8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97280" y="3639312"/>
            <a:ext cx="2103120" cy="850392"/>
          </a:xfrm>
          <a:prstGeom prst="roundRect">
            <a:avLst>
              <a:gd name="adj" fmla="val 10753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207008" y="3712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db-01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50592" y="3712464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450592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C9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1207008" y="3913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10.0.0.9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207008" y="4334256"/>
            <a:ext cx="269095" cy="64008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76103" y="4398264"/>
            <a:ext cx="269095" cy="-128016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745198" y="4270248"/>
            <a:ext cx="269095" cy="64008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014293" y="4334256"/>
            <a:ext cx="269095" cy="-128016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283387" y="4206240"/>
            <a:ext cx="269095" cy="128016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52482" y="4334256"/>
            <a:ext cx="269095" cy="-192024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821577" y="4142232"/>
            <a:ext cx="269095" cy="64008"/>
          </a:xfrm>
          <a:prstGeom prst="line">
            <a:avLst/>
          </a:prstGeom>
          <a:noFill/>
          <a:ln w="17780">
            <a:solidFill>
              <a:srgbClr val="FFC9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97280" y="4581144"/>
            <a:ext cx="2103120" cy="850392"/>
          </a:xfrm>
          <a:prstGeom prst="roundRect">
            <a:avLst>
              <a:gd name="adj" fmla="val 10753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207008" y="46542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nas-01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450592" y="4654296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450592" y="465429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48554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10.0.0.13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207008" y="5202936"/>
            <a:ext cx="188366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816352" y="56509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3008376" y="5772607"/>
            <a:ext cx="0" cy="140818"/>
          </a:xfrm>
          <a:prstGeom prst="line">
            <a:avLst/>
          </a:prstGeom>
          <a:noFill/>
          <a:ln w="15240">
            <a:solidFill>
              <a:srgbClr val="0710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37967" y="5843016"/>
            <a:ext cx="140818" cy="0"/>
          </a:xfrm>
          <a:prstGeom prst="line">
            <a:avLst/>
          </a:prstGeom>
          <a:noFill/>
          <a:ln w="15240">
            <a:solidFill>
              <a:srgbClr val="0710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023360" y="22037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297680" y="214884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스트립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297680" y="243230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정상·주의·오류·오프라인 개수를 즉시 파악합니다.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023360" y="30266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97680" y="297180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카드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4297680" y="325526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상태 · 주소 · 최근 CPU 추이(스파크라인)를 담습니다.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4023360" y="3849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297680" y="379476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상세로 이동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297680" y="4078224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누르면 CPU/MEM/DISK 그래프와 액션 화면으로 이동합니다.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연결 후 메인 화면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 &amp; LICENSE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라이선스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12848"/>
            <a:ext cx="480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0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Kotlin · Jetpack Compose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MVVM · StateFlow · 수동 DI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OkHttp · kotlinx.serialization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DataStore · WorkManager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89040" y="2212848"/>
            <a:ext cx="480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89040" y="2651760"/>
            <a:ext cx="480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 · 표준 라이브러리만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파일 servex-agent.py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Bearer 토큰 인증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/proc 수집 · 링버퍼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4224528"/>
            <a:ext cx="480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663440"/>
            <a:ext cx="480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우선 색상 토큰 10종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4/8dp 간격 리듬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그린 벡터 아이콘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미사용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3008" y="4023360"/>
            <a:ext cx="5318608" cy="1737360"/>
          </a:xfrm>
          <a:prstGeom prst="roundRect">
            <a:avLst>
              <a:gd name="adj" fmla="val 6316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89040" y="4224528"/>
            <a:ext cx="480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License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89040" y="4663440"/>
            <a:ext cx="480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GPL-3.0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오픈소스 · 셀프호스팅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직접 접속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데이터는 사용자 소유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2281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2026-10-13T05:08:12Z</dcterms:created>
  <dcterms:modified xsi:type="dcterms:W3CDTF">2026-10-13T05:08:12Z</dcterms:modified>
</cp:coreProperties>
</file>