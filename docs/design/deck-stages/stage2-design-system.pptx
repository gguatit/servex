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69164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902726" y="1940723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02726" y="2133844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59785" y="1986808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6" name="Shape 4"/>
          <p:cNvSpPr/>
          <p:nvPr/>
        </p:nvSpPr>
        <p:spPr>
          <a:xfrm>
            <a:off x="5959785" y="2179930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0" y="269748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서버를 한눈에 관제하는 안드로이드 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26768" y="4389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6768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우선 · 미니멀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528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528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직접 접속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960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60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GPL-3.0 오픈소스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제안서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하나로 색·타이포·컴포넌트를 통일합니다.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 TOKENS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#0F1115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#1A1D23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32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 Variant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#232732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6E9E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On-Surface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#E6E9EF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On-Variant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#8A9099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C8DF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59352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959352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#4C8DFF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DDC8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59352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959352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#3DDC84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2044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C93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59352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95935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#FFC93C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2044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5C5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59352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959352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#FF5C5C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2044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59352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959352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#6B7280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182880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TYPOGRAPHY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2084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2121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092440" y="2176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686800" y="224028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28 / 14 / 11 sp · Sans · 수치는 tabular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27889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58000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0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22208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0F1115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22208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0" y="37033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5800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85800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01000" y="395020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001000" y="3950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189720" y="395020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189720" y="395020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5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24128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24128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858000" y="4553712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ICONS  ·  직접 그린 벡터 (이모지 미사용)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898965" y="4961169"/>
            <a:ext cx="61448" cy="6656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960413" y="4884359"/>
            <a:ext cx="112654" cy="14337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78040" y="4843394"/>
            <a:ext cx="256032" cy="230429"/>
          </a:xfrm>
          <a:prstGeom prst="triangl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06056" y="4925324"/>
            <a:ext cx="0" cy="56327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94535" y="5002134"/>
            <a:ext cx="23043" cy="23043"/>
          </a:xfrm>
          <a:prstGeom prst="roundRect">
            <a:avLst>
              <a:gd name="adj" fmla="val 79365"/>
            </a:avLst>
          </a:prstGeom>
          <a:solidFill>
            <a:srgbClr val="E6E9EF"/>
          </a:solidFill>
          <a:ln/>
        </p:spPr>
      </p:sp>
      <p:sp>
        <p:nvSpPr>
          <p:cNvPr id="61" name="Shape 59"/>
          <p:cNvSpPr/>
          <p:nvPr/>
        </p:nvSpPr>
        <p:spPr>
          <a:xfrm>
            <a:off x="7498080" y="4828032"/>
            <a:ext cx="256032" cy="256032"/>
          </a:xfrm>
          <a:prstGeom prst="ellips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18120" y="4848515"/>
            <a:ext cx="256032" cy="184343"/>
          </a:xfrm>
          <a:prstGeom prst="cloud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43723" y="4853635"/>
            <a:ext cx="204826" cy="204826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09849" y="4899721"/>
            <a:ext cx="112654" cy="112654"/>
          </a:xfrm>
          <a:prstGeom prst="roundRect">
            <a:avLst>
              <a:gd name="adj" fmla="val 24351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66176" y="4848515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66176" y="5022616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58643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32744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73562" y="4871557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73562" y="4973970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93602" y="4861316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93602" y="4973970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26886" y="4888200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76" name="Shape 74"/>
          <p:cNvSpPr/>
          <p:nvPr/>
        </p:nvSpPr>
        <p:spPr>
          <a:xfrm>
            <a:off x="8826886" y="5000854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77" name="Shape 75"/>
          <p:cNvSpPr/>
          <p:nvPr/>
        </p:nvSpPr>
        <p:spPr>
          <a:xfrm>
            <a:off x="9118763" y="4930445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5400000">
            <a:off x="9287744" y="4897161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79" name="Shape 77"/>
          <p:cNvSpPr/>
          <p:nvPr/>
        </p:nvSpPr>
        <p:spPr>
          <a:xfrm>
            <a:off x="9149486" y="4986772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16200000">
            <a:off x="9108521" y="4953488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81" name="Shape 79"/>
          <p:cNvSpPr/>
          <p:nvPr/>
        </p:nvSpPr>
        <p:spPr>
          <a:xfrm>
            <a:off x="9418320" y="4828032"/>
            <a:ext cx="256032" cy="256032"/>
          </a:xfrm>
          <a:prstGeom prst="circularArrow">
            <a:avLst/>
          </a:prstGeom>
          <a:solidFill>
            <a:srgbClr val="E6E9EF"/>
          </a:solidFill>
          <a:ln/>
        </p:spPr>
      </p:sp>
      <p:sp>
        <p:nvSpPr>
          <p:cNvPr id="82" name="Shape 80"/>
          <p:cNvSpPr/>
          <p:nvPr/>
        </p:nvSpPr>
        <p:spPr>
          <a:xfrm>
            <a:off x="9738360" y="4828032"/>
            <a:ext cx="256032" cy="256032"/>
          </a:xfrm>
          <a:prstGeom prst="gear6">
            <a:avLst/>
          </a:prstGeom>
          <a:solidFill>
            <a:srgbClr val="E6E9EF"/>
          </a:solidFill>
          <a:ln/>
        </p:spPr>
      </p:sp>
      <p:sp>
        <p:nvSpPr>
          <p:cNvPr id="83" name="Shape 81"/>
          <p:cNvSpPr/>
          <p:nvPr/>
        </p:nvSpPr>
        <p:spPr>
          <a:xfrm flipH="1">
            <a:off x="10145451" y="487923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145451" y="495604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06456" y="4868997"/>
            <a:ext cx="0" cy="17410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419405" y="4956048"/>
            <a:ext cx="174102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10744566" y="4874118"/>
            <a:ext cx="128016" cy="128016"/>
          </a:xfrm>
          <a:prstGeom prst="line">
            <a:avLst/>
          </a:prstGeom>
          <a:noFill/>
          <a:ln w="24130">
            <a:solidFill>
              <a:srgbClr val="E6E9E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744566" y="5002134"/>
            <a:ext cx="40965" cy="1536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079968" y="4899721"/>
            <a:ext cx="1331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126053" y="4868997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100450" y="4915083"/>
            <a:ext cx="92172" cy="122895"/>
          </a:xfrm>
          <a:prstGeom prst="roundRect">
            <a:avLst>
              <a:gd name="adj" fmla="val 2976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시스템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2026-10-15T00:33:35Z</dcterms:created>
  <dcterms:modified xsi:type="dcterms:W3CDTF">2026-10-15T00:33:35Z</dcterms:modified>
</cp:coreProperties>
</file>