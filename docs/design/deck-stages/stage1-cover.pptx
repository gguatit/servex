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7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84368" y="1691640"/>
            <a:ext cx="822960" cy="822960"/>
          </a:xfrm>
          <a:prstGeom prst="roundRect">
            <a:avLst>
              <a:gd name="adj" fmla="val 20000"/>
            </a:avLst>
          </a:prstGeom>
          <a:solidFill>
            <a:srgbClr val="1B3A6B"/>
          </a:solidFill>
          <a:ln/>
        </p:spPr>
      </p:sp>
      <p:sp>
        <p:nvSpPr>
          <p:cNvPr id="3" name="Shape 1"/>
          <p:cNvSpPr/>
          <p:nvPr/>
        </p:nvSpPr>
        <p:spPr>
          <a:xfrm>
            <a:off x="5902726" y="1940723"/>
            <a:ext cx="386243" cy="131674"/>
          </a:xfrm>
          <a:prstGeom prst="roundRect">
            <a:avLst>
              <a:gd name="adj" fmla="val 20833"/>
            </a:avLst>
          </a:prstGeom>
          <a:ln w="16510">
            <a:solidFill>
              <a:srgbClr val="4C8D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02726" y="2133844"/>
            <a:ext cx="386243" cy="131674"/>
          </a:xfrm>
          <a:prstGeom prst="roundRect">
            <a:avLst>
              <a:gd name="adj" fmla="val 20833"/>
            </a:avLst>
          </a:prstGeom>
          <a:ln w="16510">
            <a:solidFill>
              <a:srgbClr val="4C8D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59785" y="1986808"/>
            <a:ext cx="30724" cy="30724"/>
          </a:xfrm>
          <a:prstGeom prst="roundRect">
            <a:avLst>
              <a:gd name="adj" fmla="val 59523"/>
            </a:avLst>
          </a:prstGeom>
          <a:solidFill>
            <a:srgbClr val="4C8DFF"/>
          </a:solidFill>
          <a:ln/>
        </p:spPr>
      </p:sp>
      <p:sp>
        <p:nvSpPr>
          <p:cNvPr id="6" name="Shape 4"/>
          <p:cNvSpPr/>
          <p:nvPr/>
        </p:nvSpPr>
        <p:spPr>
          <a:xfrm>
            <a:off x="5959785" y="2179930"/>
            <a:ext cx="30724" cy="30724"/>
          </a:xfrm>
          <a:prstGeom prst="roundRect">
            <a:avLst>
              <a:gd name="adj" fmla="val 59523"/>
            </a:avLst>
          </a:prstGeom>
          <a:solidFill>
            <a:srgbClr val="4C8D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0" y="2697480"/>
            <a:ext cx="121916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40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Servex</a:t>
            </a:r>
            <a:endParaRPr lang="en-US" sz="5400" dirty="0"/>
          </a:p>
        </p:txBody>
      </p:sp>
      <p:sp>
        <p:nvSpPr>
          <p:cNvPr id="8" name="Text 6"/>
          <p:cNvSpPr txBox="1"/>
          <p:nvPr/>
        </p:nvSpPr>
        <p:spPr>
          <a:xfrm>
            <a:off x="0" y="361188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 서버를 한눈에 관제하는 안드로이드 앱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026768" y="4389120"/>
            <a:ext cx="2651760" cy="457200"/>
          </a:xfrm>
          <a:prstGeom prst="roundRect">
            <a:avLst>
              <a:gd name="adj" fmla="val 50000"/>
            </a:avLst>
          </a:prstGeom>
          <a:solidFill>
            <a:srgbClr val="1A1D23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026768" y="43891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다크 우선 · 미니멀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952848" y="4389120"/>
            <a:ext cx="2468880" cy="457200"/>
          </a:xfrm>
          <a:prstGeom prst="roundRect">
            <a:avLst>
              <a:gd name="adj" fmla="val 50000"/>
            </a:avLst>
          </a:prstGeom>
          <a:solidFill>
            <a:srgbClr val="1A1D23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952848" y="43891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 직접 접속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696048" y="4389120"/>
            <a:ext cx="2468880" cy="457200"/>
          </a:xfrm>
          <a:prstGeom prst="roundRect">
            <a:avLst>
              <a:gd name="adj" fmla="val 50000"/>
            </a:avLst>
          </a:prstGeom>
          <a:solidFill>
            <a:srgbClr val="1A1D23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696048" y="43891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GPL-3.0 오픈소스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6382512"/>
            <a:ext cx="10911535" cy="0"/>
          </a:xfrm>
          <a:prstGeom prst="line">
            <a:avLst/>
          </a:prstGeom>
          <a:noFill/>
          <a:ln w="12700">
            <a:solidFill>
              <a:srgbClr val="2A2E3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 제안서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9722815" y="6455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/ 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2026-10-15T00:33:35Z</dcterms:created>
  <dcterms:modified xsi:type="dcterms:W3CDTF">2026-10-15T00:33:35Z</dcterms:modified>
</cp:coreProperties>
</file>