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4368" y="169164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5902726" y="1940723"/>
            <a:ext cx="386243" cy="131674"/>
          </a:xfrm>
          <a:prstGeom prst="roundRect">
            <a:avLst>
              <a:gd name="adj" fmla="val 20833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02726" y="2133844"/>
            <a:ext cx="386243" cy="131674"/>
          </a:xfrm>
          <a:prstGeom prst="roundRect">
            <a:avLst>
              <a:gd name="adj" fmla="val 20833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59785" y="1986808"/>
            <a:ext cx="30724" cy="30724"/>
          </a:xfrm>
          <a:prstGeom prst="roundRect">
            <a:avLst>
              <a:gd name="adj" fmla="val 59523"/>
            </a:avLst>
          </a:prstGeom>
          <a:solidFill>
            <a:srgbClr val="4C8DFF"/>
          </a:solidFill>
          <a:ln/>
        </p:spPr>
      </p:sp>
      <p:sp>
        <p:nvSpPr>
          <p:cNvPr id="6" name="Shape 4"/>
          <p:cNvSpPr/>
          <p:nvPr/>
        </p:nvSpPr>
        <p:spPr>
          <a:xfrm>
            <a:off x="5959785" y="2179930"/>
            <a:ext cx="30724" cy="30724"/>
          </a:xfrm>
          <a:prstGeom prst="roundRect">
            <a:avLst>
              <a:gd name="adj" fmla="val 59523"/>
            </a:avLst>
          </a:prstGeom>
          <a:solidFill>
            <a:srgbClr val="4C8D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0" y="269748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0" y="36118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서버를 한눈에 관제하는 안드로이드 앱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26768" y="438912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26768" y="4389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우선 · 미니멀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52848" y="43891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52848" y="4389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직접 접속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96048" y="438912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96048" y="4389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GPL-3.0 오픈소스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제안서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시스템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하나로 색·타이포·컴포넌트를 통일합니다.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COLOR TOKENS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F1115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8992" y="21305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23042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#0F1115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78992" y="26974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Surface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8712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#1A1D23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32732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78992" y="32644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Surface Variant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34381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#232732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84962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E6E9EF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78992" y="38313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On-Surface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4005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#E6E9EF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441655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8A9099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78992" y="43982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On-Variant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78992" y="45720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#8A9099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20440" y="21488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4C8DFF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59352" y="21305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959352" y="230428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#4C8DFF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20440" y="271576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DDC84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59352" y="26974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Success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959352" y="28712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#3DDC84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20440" y="328269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C93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59352" y="32644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959352" y="34381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#FFC93C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20440" y="384962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F5C5C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959352" y="38313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959352" y="40050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#FF5C5C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520440" y="441655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59352" y="43982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959352" y="45720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#6B7280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1828800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TYPOGRAPHY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20848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7498080" y="21214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092440" y="21762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686800" y="2240280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28 / 14 / 11 sp · Sans · 수치는 tabular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858000" y="2788920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BUTTONS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858000" y="3035808"/>
            <a:ext cx="1508760" cy="420624"/>
          </a:xfrm>
          <a:prstGeom prst="roundRect">
            <a:avLst>
              <a:gd name="adj" fmla="val 21739"/>
            </a:avLst>
          </a:prstGeom>
          <a:solidFill>
            <a:srgbClr val="4C8D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858000" y="303580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0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522208" y="3035808"/>
            <a:ext cx="1508760" cy="420624"/>
          </a:xfrm>
          <a:prstGeom prst="roundRect">
            <a:avLst>
              <a:gd name="adj" fmla="val 21739"/>
            </a:avLst>
          </a:prstGeom>
          <a:solidFill>
            <a:srgbClr val="0F1115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522208" y="303580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0" y="3703320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858000" y="395020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858000" y="39502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DD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001000" y="3950208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001000" y="39502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C9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189720" y="3950208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189720" y="395020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5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241280" y="395020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10241280" y="39502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6858000" y="4553712"/>
            <a:ext cx="4693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ICONS  ·  직접 그린 벡터 (이모지 미사용)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898965" y="4961169"/>
            <a:ext cx="61448" cy="66568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6960413" y="4884359"/>
            <a:ext cx="112654" cy="143378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78040" y="4843394"/>
            <a:ext cx="256032" cy="230429"/>
          </a:xfrm>
          <a:prstGeom prst="triangle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06056" y="4925324"/>
            <a:ext cx="0" cy="56327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94535" y="5002134"/>
            <a:ext cx="23043" cy="23043"/>
          </a:xfrm>
          <a:prstGeom prst="roundRect">
            <a:avLst>
              <a:gd name="adj" fmla="val 79365"/>
            </a:avLst>
          </a:prstGeom>
          <a:solidFill>
            <a:srgbClr val="E6E9EF"/>
          </a:solidFill>
          <a:ln/>
        </p:spPr>
      </p:sp>
      <p:sp>
        <p:nvSpPr>
          <p:cNvPr id="61" name="Shape 59"/>
          <p:cNvSpPr/>
          <p:nvPr/>
        </p:nvSpPr>
        <p:spPr>
          <a:xfrm>
            <a:off x="7498080" y="4828032"/>
            <a:ext cx="256032" cy="256032"/>
          </a:xfrm>
          <a:prstGeom prst="ellipse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74890" y="4904842"/>
            <a:ext cx="102413" cy="102413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>
            <a:off x="7574890" y="4904842"/>
            <a:ext cx="102413" cy="102413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18120" y="4848515"/>
            <a:ext cx="256032" cy="184343"/>
          </a:xfrm>
          <a:prstGeom prst="cloud">
            <a:avLst/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43723" y="4853635"/>
            <a:ext cx="204826" cy="204826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09849" y="4899721"/>
            <a:ext cx="112654" cy="112654"/>
          </a:xfrm>
          <a:prstGeom prst="roundRect">
            <a:avLst>
              <a:gd name="adj" fmla="val 24351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66176" y="4848515"/>
            <a:ext cx="0" cy="40965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266176" y="5022616"/>
            <a:ext cx="0" cy="40965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158643" y="4956048"/>
            <a:ext cx="40965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332744" y="4956048"/>
            <a:ext cx="40965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473562" y="4871557"/>
            <a:ext cx="225308" cy="66568"/>
          </a:xfrm>
          <a:prstGeom prst="roundRect">
            <a:avLst>
              <a:gd name="adj" fmla="val 41209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473562" y="4973970"/>
            <a:ext cx="225308" cy="66568"/>
          </a:xfrm>
          <a:prstGeom prst="roundRect">
            <a:avLst>
              <a:gd name="adj" fmla="val 41209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93602" y="4861316"/>
            <a:ext cx="225308" cy="76810"/>
          </a:xfrm>
          <a:prstGeom prst="roundRect">
            <a:avLst>
              <a:gd name="adj" fmla="val 35714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793602" y="4973970"/>
            <a:ext cx="225308" cy="76810"/>
          </a:xfrm>
          <a:prstGeom prst="roundRect">
            <a:avLst>
              <a:gd name="adj" fmla="val 35714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826886" y="4888200"/>
            <a:ext cx="17922" cy="17922"/>
          </a:xfrm>
          <a:prstGeom prst="roundRect">
            <a:avLst>
              <a:gd name="adj" fmla="val 102042"/>
            </a:avLst>
          </a:prstGeom>
          <a:solidFill>
            <a:srgbClr val="E6E9EF"/>
          </a:solidFill>
          <a:ln/>
        </p:spPr>
      </p:sp>
      <p:sp>
        <p:nvSpPr>
          <p:cNvPr id="76" name="Shape 74"/>
          <p:cNvSpPr/>
          <p:nvPr/>
        </p:nvSpPr>
        <p:spPr>
          <a:xfrm>
            <a:off x="8826886" y="5000854"/>
            <a:ext cx="17922" cy="17922"/>
          </a:xfrm>
          <a:prstGeom prst="roundRect">
            <a:avLst>
              <a:gd name="adj" fmla="val 102042"/>
            </a:avLst>
          </a:prstGeom>
          <a:solidFill>
            <a:srgbClr val="E6E9EF"/>
          </a:solidFill>
          <a:ln/>
        </p:spPr>
      </p:sp>
      <p:sp>
        <p:nvSpPr>
          <p:cNvPr id="77" name="Shape 75"/>
          <p:cNvSpPr/>
          <p:nvPr/>
        </p:nvSpPr>
        <p:spPr>
          <a:xfrm>
            <a:off x="9118763" y="4930445"/>
            <a:ext cx="184343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5400000">
            <a:off x="9287744" y="4897161"/>
            <a:ext cx="56327" cy="66568"/>
          </a:xfrm>
          <a:prstGeom prst="triangle">
            <a:avLst/>
          </a:prstGeom>
          <a:solidFill>
            <a:srgbClr val="E6E9EF"/>
          </a:solidFill>
          <a:ln/>
        </p:spPr>
      </p:sp>
      <p:sp>
        <p:nvSpPr>
          <p:cNvPr id="79" name="Shape 77"/>
          <p:cNvSpPr/>
          <p:nvPr/>
        </p:nvSpPr>
        <p:spPr>
          <a:xfrm>
            <a:off x="9149486" y="4986772"/>
            <a:ext cx="184343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16200000">
            <a:off x="9108521" y="4953488"/>
            <a:ext cx="56327" cy="66568"/>
          </a:xfrm>
          <a:prstGeom prst="triangle">
            <a:avLst/>
          </a:prstGeom>
          <a:solidFill>
            <a:srgbClr val="E6E9EF"/>
          </a:solidFill>
          <a:ln/>
        </p:spPr>
      </p:sp>
      <p:sp>
        <p:nvSpPr>
          <p:cNvPr id="81" name="Shape 79"/>
          <p:cNvSpPr/>
          <p:nvPr/>
        </p:nvSpPr>
        <p:spPr>
          <a:xfrm>
            <a:off x="9418320" y="4828032"/>
            <a:ext cx="256032" cy="256032"/>
          </a:xfrm>
          <a:prstGeom prst="circularArrow">
            <a:avLst/>
          </a:prstGeom>
          <a:solidFill>
            <a:srgbClr val="E6E9EF"/>
          </a:solidFill>
          <a:ln/>
        </p:spPr>
      </p:sp>
      <p:sp>
        <p:nvSpPr>
          <p:cNvPr id="82" name="Shape 80"/>
          <p:cNvSpPr/>
          <p:nvPr/>
        </p:nvSpPr>
        <p:spPr>
          <a:xfrm>
            <a:off x="9738360" y="4828032"/>
            <a:ext cx="256032" cy="256032"/>
          </a:xfrm>
          <a:prstGeom prst="gear6">
            <a:avLst/>
          </a:prstGeom>
          <a:solidFill>
            <a:srgbClr val="E6E9EF"/>
          </a:solidFill>
          <a:ln/>
        </p:spPr>
      </p:sp>
      <p:sp>
        <p:nvSpPr>
          <p:cNvPr id="83" name="Shape 81"/>
          <p:cNvSpPr/>
          <p:nvPr/>
        </p:nvSpPr>
        <p:spPr>
          <a:xfrm flipH="1">
            <a:off x="10145451" y="4879238"/>
            <a:ext cx="71689" cy="7681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145451" y="4956048"/>
            <a:ext cx="71689" cy="7681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506456" y="4868997"/>
            <a:ext cx="0" cy="174102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419405" y="4956048"/>
            <a:ext cx="174102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10744566" y="4874118"/>
            <a:ext cx="128016" cy="128016"/>
          </a:xfrm>
          <a:prstGeom prst="line">
            <a:avLst/>
          </a:prstGeom>
          <a:noFill/>
          <a:ln w="24130">
            <a:solidFill>
              <a:srgbClr val="E6E9E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744566" y="5002134"/>
            <a:ext cx="40965" cy="15362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079968" y="4899721"/>
            <a:ext cx="133137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126053" y="4868997"/>
            <a:ext cx="40965" cy="0"/>
          </a:xfrm>
          <a:prstGeom prst="line">
            <a:avLst/>
          </a:prstGeom>
          <a:noFill/>
          <a:ln w="16510">
            <a:solidFill>
              <a:srgbClr val="E6E9E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100450" y="4915083"/>
            <a:ext cx="92172" cy="122895"/>
          </a:xfrm>
          <a:prstGeom prst="roundRect">
            <a:avLst>
              <a:gd name="adj" fmla="val 29762"/>
            </a:avLst>
          </a:prstGeom>
          <a:ln w="16510">
            <a:solidFill>
              <a:srgbClr val="E6E9E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디자인 시스템</a:t>
            </a:r>
            <a:endParaRPr lang="en-US" sz="1000" dirty="0"/>
          </a:p>
        </p:txBody>
      </p:sp>
      <p:sp>
        <p:nvSpPr>
          <p:cNvPr id="94" name="Text 92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전 — 서버 연결 화면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주소와 토큰을 입력해 에이전트에 연결합니다.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2468880" cy="4434840"/>
          </a:xfrm>
          <a:prstGeom prst="roundRect">
            <a:avLst>
              <a:gd name="adj" fmla="val 11852"/>
            </a:avLst>
          </a:prstGeom>
          <a:solidFill>
            <a:srgbClr val="0F1115"/>
          </a:solidFill>
          <a:ln w="25400">
            <a:solidFill>
              <a:srgbClr val="2A2E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892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9:41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87752" y="1938528"/>
            <a:ext cx="137160" cy="91440"/>
          </a:xfrm>
          <a:prstGeom prst="roundRect">
            <a:avLst>
              <a:gd name="adj" fmla="val 20000"/>
            </a:avLst>
          </a:prstGeom>
          <a:solidFill>
            <a:srgbClr val="8A9099"/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1929384"/>
            <a:ext cx="137160" cy="109728"/>
          </a:xfrm>
          <a:prstGeom prst="roundRect">
            <a:avLst>
              <a:gd name="adj" fmla="val 16667"/>
            </a:avLst>
          </a:prstGeom>
          <a:solidFill>
            <a:srgbClr val="8A9099"/>
          </a:solidFill>
          <a:ln/>
        </p:spPr>
      </p:sp>
      <p:sp>
        <p:nvSpPr>
          <p:cNvPr id="9" name="Shape 7"/>
          <p:cNvSpPr/>
          <p:nvPr/>
        </p:nvSpPr>
        <p:spPr>
          <a:xfrm>
            <a:off x="2935224" y="192024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8A9099"/>
          </a:solidFill>
          <a:ln/>
        </p:spPr>
      </p:sp>
      <p:sp>
        <p:nvSpPr>
          <p:cNvPr id="10" name="Shape 8"/>
          <p:cNvSpPr/>
          <p:nvPr/>
        </p:nvSpPr>
        <p:spPr>
          <a:xfrm>
            <a:off x="1883664" y="216712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1B3A6B"/>
          </a:solidFill>
          <a:ln/>
        </p:spPr>
      </p:sp>
      <p:sp>
        <p:nvSpPr>
          <p:cNvPr id="11" name="Shape 9"/>
          <p:cNvSpPr/>
          <p:nvPr/>
        </p:nvSpPr>
        <p:spPr>
          <a:xfrm>
            <a:off x="1998513" y="2298619"/>
            <a:ext cx="209215" cy="71323"/>
          </a:xfrm>
          <a:prstGeom prst="roundRect">
            <a:avLst>
              <a:gd name="adj" fmla="val 38462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98513" y="2403226"/>
            <a:ext cx="209215" cy="71323"/>
          </a:xfrm>
          <a:prstGeom prst="roundRect">
            <a:avLst>
              <a:gd name="adj" fmla="val 38462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9419" y="2323582"/>
            <a:ext cx="16642" cy="16642"/>
          </a:xfrm>
          <a:prstGeom prst="roundRect">
            <a:avLst>
              <a:gd name="adj" fmla="val 109891"/>
            </a:avLst>
          </a:prstGeom>
          <a:solidFill>
            <a:srgbClr val="4C8DFF"/>
          </a:solidFill>
          <a:ln/>
        </p:spPr>
      </p:sp>
      <p:sp>
        <p:nvSpPr>
          <p:cNvPr id="14" name="Shape 12"/>
          <p:cNvSpPr/>
          <p:nvPr/>
        </p:nvSpPr>
        <p:spPr>
          <a:xfrm>
            <a:off x="2029419" y="2428189"/>
            <a:ext cx="16642" cy="16642"/>
          </a:xfrm>
          <a:prstGeom prst="roundRect">
            <a:avLst>
              <a:gd name="adj" fmla="val 109891"/>
            </a:avLst>
          </a:prstGeom>
          <a:solidFill>
            <a:srgbClr val="4C8D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26791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 to a server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9535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 the agent address and token.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051560" y="3264408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A1D23"/>
          </a:solidFill>
          <a:ln w="19050">
            <a:solidFill>
              <a:srgbClr val="4C8D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52144" y="3310128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 address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345643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https://web-01.lan:8765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51560" y="3739896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52144" y="3785616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93192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••••••••••••••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51560" y="4233672"/>
            <a:ext cx="2103120" cy="420624"/>
          </a:xfrm>
          <a:prstGeom prst="roundRect">
            <a:avLst>
              <a:gd name="adj" fmla="val 21739"/>
            </a:avLst>
          </a:prstGeom>
          <a:solidFill>
            <a:srgbClr val="4C8D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51560" y="423367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710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rot="2700000">
            <a:off x="1051560" y="4764024"/>
            <a:ext cx="155448" cy="155448"/>
          </a:xfrm>
          <a:prstGeom prst="blockArc">
            <a:avLst/>
          </a:prstGeom>
          <a:solidFill>
            <a:srgbClr val="4C8D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80160" y="47457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Connecting…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492861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spc="100" kern="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SAVED SERVERS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051560" y="5129784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52144" y="51297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web-01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13432" y="5221224"/>
            <a:ext cx="566928" cy="164592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313432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650" dirty="0"/>
          </a:p>
        </p:txBody>
      </p:sp>
      <p:sp>
        <p:nvSpPr>
          <p:cNvPr id="32" name="Text 30"/>
          <p:cNvSpPr txBox="1"/>
          <p:nvPr/>
        </p:nvSpPr>
        <p:spPr>
          <a:xfrm>
            <a:off x="2971800" y="5129784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51560" y="5513832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152144" y="55138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db-01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313432" y="5605272"/>
            <a:ext cx="566928" cy="164592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313432" y="560527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650" dirty="0"/>
          </a:p>
        </p:txBody>
      </p:sp>
      <p:sp>
        <p:nvSpPr>
          <p:cNvPr id="37" name="Text 35"/>
          <p:cNvSpPr txBox="1"/>
          <p:nvPr/>
        </p:nvSpPr>
        <p:spPr>
          <a:xfrm>
            <a:off x="2971800" y="5513832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5916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 Add a new server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114800" y="21579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389120" y="210312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· 토큰 입력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389120" y="238658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주소와 Bearer 토큰만 입력하면 연결됩니다.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114800" y="2980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389120" y="292608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진행 표시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4389120" y="320954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중에는 진행 상태를 명확히 보여줍니다.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114800" y="38039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389120" y="374904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Saved servers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4389120" y="403250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등록해 둔 서버로 즉시 재연결할 수 있습니다.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연결 전 화면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C8D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02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후 — 메인 화면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상태와 서버별 요약을 한눈에 확인합니다.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2468880" cy="4434840"/>
          </a:xfrm>
          <a:prstGeom prst="roundRect">
            <a:avLst>
              <a:gd name="adj" fmla="val 11852"/>
            </a:avLst>
          </a:prstGeom>
          <a:solidFill>
            <a:srgbClr val="0F1115"/>
          </a:solidFill>
          <a:ln w="25400">
            <a:solidFill>
              <a:srgbClr val="2A2E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8928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9:41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87752" y="1938528"/>
            <a:ext cx="137160" cy="91440"/>
          </a:xfrm>
          <a:prstGeom prst="roundRect">
            <a:avLst>
              <a:gd name="adj" fmla="val 20000"/>
            </a:avLst>
          </a:prstGeom>
          <a:solidFill>
            <a:srgbClr val="8A9099"/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1929384"/>
            <a:ext cx="137160" cy="109728"/>
          </a:xfrm>
          <a:prstGeom prst="roundRect">
            <a:avLst>
              <a:gd name="adj" fmla="val 16667"/>
            </a:avLst>
          </a:prstGeom>
          <a:solidFill>
            <a:srgbClr val="8A9099"/>
          </a:solidFill>
          <a:ln/>
        </p:spPr>
      </p:sp>
      <p:sp>
        <p:nvSpPr>
          <p:cNvPr id="9" name="Shape 7"/>
          <p:cNvSpPr/>
          <p:nvPr/>
        </p:nvSpPr>
        <p:spPr>
          <a:xfrm>
            <a:off x="2935224" y="1920240"/>
            <a:ext cx="201168" cy="128016"/>
          </a:xfrm>
          <a:prstGeom prst="roundRect">
            <a:avLst>
              <a:gd name="adj" fmla="val 21429"/>
            </a:avLst>
          </a:prstGeom>
          <a:solidFill>
            <a:srgbClr val="8A9099"/>
          </a:solidFill>
          <a:ln/>
        </p:spPr>
      </p:sp>
      <p:sp>
        <p:nvSpPr>
          <p:cNvPr id="10" name="Shape 8"/>
          <p:cNvSpPr/>
          <p:nvPr/>
        </p:nvSpPr>
        <p:spPr>
          <a:xfrm>
            <a:off x="1063630" y="2211568"/>
            <a:ext cx="177028" cy="60350"/>
          </a:xfrm>
          <a:prstGeom prst="roundRect">
            <a:avLst>
              <a:gd name="adj" fmla="val 45455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3630" y="2300082"/>
            <a:ext cx="177028" cy="60350"/>
          </a:xfrm>
          <a:prstGeom prst="roundRect">
            <a:avLst>
              <a:gd name="adj" fmla="val 45455"/>
            </a:avLst>
          </a:prstGeom>
          <a:ln w="16510">
            <a:solidFill>
              <a:srgbClr val="4C8D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9782" y="2232690"/>
            <a:ext cx="14082" cy="14082"/>
          </a:xfrm>
          <a:prstGeom prst="roundRect">
            <a:avLst>
              <a:gd name="adj" fmla="val 129868"/>
            </a:avLst>
          </a:prstGeom>
          <a:solidFill>
            <a:srgbClr val="4C8D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9782" y="2321204"/>
            <a:ext cx="14082" cy="14082"/>
          </a:xfrm>
          <a:prstGeom prst="roundRect">
            <a:avLst>
              <a:gd name="adj" fmla="val 129868"/>
            </a:avLst>
          </a:prstGeom>
          <a:solidFill>
            <a:srgbClr val="4C8D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07592" y="21579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496312" y="2194560"/>
            <a:ext cx="182880" cy="182880"/>
          </a:xfrm>
          <a:prstGeom prst="circularArrow">
            <a:avLst/>
          </a:prstGeom>
          <a:solidFill>
            <a:srgbClr val="8A9099"/>
          </a:solidFill>
          <a:ln/>
        </p:spPr>
      </p:sp>
      <p:sp>
        <p:nvSpPr>
          <p:cNvPr id="16" name="Shape 14"/>
          <p:cNvSpPr/>
          <p:nvPr/>
        </p:nvSpPr>
        <p:spPr>
          <a:xfrm>
            <a:off x="2825496" y="2223821"/>
            <a:ext cx="0" cy="124358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63317" y="2286000"/>
            <a:ext cx="124358" cy="0"/>
          </a:xfrm>
          <a:prstGeom prst="line">
            <a:avLst/>
          </a:prstGeom>
          <a:noFill/>
          <a:ln w="16510">
            <a:solidFill>
              <a:srgbClr val="8A90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2194560"/>
            <a:ext cx="182880" cy="182880"/>
          </a:xfrm>
          <a:prstGeom prst="gear6">
            <a:avLst/>
          </a:prstGeom>
          <a:solidFill>
            <a:srgbClr val="8A9099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" y="2569464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3000" y="2692908"/>
            <a:ext cx="82296" cy="82296"/>
          </a:xfrm>
          <a:prstGeom prst="roundRect">
            <a:avLst>
              <a:gd name="adj" fmla="val 33333"/>
            </a:avLst>
          </a:prstGeom>
          <a:solidFill>
            <a:srgbClr val="3DDC8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71016" y="256946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435608" y="256946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148840" y="2569464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0280" y="2692908"/>
            <a:ext cx="82296" cy="82296"/>
          </a:xfrm>
          <a:prstGeom prst="roundRect">
            <a:avLst>
              <a:gd name="adj" fmla="val 33333"/>
            </a:avLst>
          </a:prstGeom>
          <a:solidFill>
            <a:srgbClr val="FFC93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368296" y="256946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2532888" y="256946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051560" y="2953512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43000" y="3076956"/>
            <a:ext cx="82296" cy="82296"/>
          </a:xfrm>
          <a:prstGeom prst="roundRect">
            <a:avLst>
              <a:gd name="adj" fmla="val 33333"/>
            </a:avLst>
          </a:prstGeom>
          <a:solidFill>
            <a:srgbClr val="FF5C5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271016" y="29535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435608" y="295351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148840" y="2953512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40280" y="3076956"/>
            <a:ext cx="82296" cy="82296"/>
          </a:xfrm>
          <a:prstGeom prst="roundRect">
            <a:avLst>
              <a:gd name="adj" fmla="val 33333"/>
            </a:avLst>
          </a:prstGeom>
          <a:solidFill>
            <a:srgbClr val="6B728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368296" y="29535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2532888" y="295351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051560" y="3410712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61288" y="34930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web-01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23160" y="3493008"/>
            <a:ext cx="621792" cy="173736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423160" y="3493008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3DDC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</a:t>
            </a:r>
            <a:endParaRPr lang="en-US" sz="650" dirty="0"/>
          </a:p>
        </p:txBody>
      </p:sp>
      <p:sp>
        <p:nvSpPr>
          <p:cNvPr id="39" name="Text 37"/>
          <p:cNvSpPr txBox="1"/>
          <p:nvPr/>
        </p:nvSpPr>
        <p:spPr>
          <a:xfrm>
            <a:off x="1161288" y="36941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10.0.0.5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 flipV="1">
            <a:off x="1161288" y="4072128"/>
            <a:ext cx="269095" cy="79248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30383" y="4072128"/>
            <a:ext cx="269095" cy="39624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1699478" y="3992880"/>
            <a:ext cx="269095" cy="118872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68573" y="3992880"/>
            <a:ext cx="269095" cy="39624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2237667" y="3953256"/>
            <a:ext cx="269095" cy="79248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06762" y="3953256"/>
            <a:ext cx="269095" cy="39624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2775857" y="3913632"/>
            <a:ext cx="269095" cy="79248"/>
          </a:xfrm>
          <a:prstGeom prst="line">
            <a:avLst/>
          </a:prstGeom>
          <a:noFill/>
          <a:ln w="20320">
            <a:solidFill>
              <a:srgbClr val="3DDC8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1560" y="4325112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161288" y="44074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db-01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423160" y="4407408"/>
            <a:ext cx="621792" cy="173736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2423160" y="4407408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FFC9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</a:t>
            </a:r>
            <a:endParaRPr lang="en-US" sz="650" dirty="0"/>
          </a:p>
        </p:txBody>
      </p:sp>
      <p:sp>
        <p:nvSpPr>
          <p:cNvPr id="51" name="Text 49"/>
          <p:cNvSpPr txBox="1"/>
          <p:nvPr/>
        </p:nvSpPr>
        <p:spPr>
          <a:xfrm>
            <a:off x="1161288" y="46085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10.0.0.9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1161288" y="5006340"/>
            <a:ext cx="269095" cy="59436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1430383" y="4946904"/>
            <a:ext cx="269095" cy="118872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699478" y="4946904"/>
            <a:ext cx="269095" cy="59436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1968573" y="4887468"/>
            <a:ext cx="269095" cy="118872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37667" y="4887468"/>
            <a:ext cx="269095" cy="118872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2506762" y="4828032"/>
            <a:ext cx="269095" cy="178308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75857" y="4828032"/>
            <a:ext cx="269095" cy="59436"/>
          </a:xfrm>
          <a:prstGeom prst="line">
            <a:avLst/>
          </a:prstGeom>
          <a:noFill/>
          <a:ln w="20320">
            <a:solidFill>
              <a:srgbClr val="FFC93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51560" y="5239512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1A1D23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161288" y="5321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nas-01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423160" y="5321808"/>
            <a:ext cx="621792" cy="173736"/>
          </a:xfrm>
          <a:prstGeom prst="roundRect">
            <a:avLst>
              <a:gd name="adj" fmla="val 50000"/>
            </a:avLst>
          </a:prstGeom>
          <a:solidFill>
            <a:srgbClr val="232732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2423160" y="5321808"/>
            <a:ext cx="621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</a:t>
            </a:r>
            <a:endParaRPr lang="en-US" sz="650" dirty="0"/>
          </a:p>
        </p:txBody>
      </p:sp>
      <p:sp>
        <p:nvSpPr>
          <p:cNvPr id="63" name="Text 61"/>
          <p:cNvSpPr txBox="1"/>
          <p:nvPr/>
        </p:nvSpPr>
        <p:spPr>
          <a:xfrm>
            <a:off x="1161288" y="55229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10.0.0.13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1161288" y="5861304"/>
            <a:ext cx="1883664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88920" y="566928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4C8DFF"/>
          </a:solidFill>
          <a:ln/>
          <a:effectLst>
            <a:outerShdw sx="100000" sy="100000" kx="0" ky="0" algn="bl" rotWithShape="0" blurRad="76200" dist="25400" dir="5400000">
              <a:srgbClr val="000000">
                <a:alpha val="4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971800" y="5789981"/>
            <a:ext cx="0" cy="124358"/>
          </a:xfrm>
          <a:prstGeom prst="line">
            <a:avLst/>
          </a:prstGeom>
          <a:noFill/>
          <a:ln w="16510">
            <a:solidFill>
              <a:srgbClr val="0710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09621" y="5852160"/>
            <a:ext cx="124358" cy="0"/>
          </a:xfrm>
          <a:prstGeom prst="line">
            <a:avLst/>
          </a:prstGeom>
          <a:noFill/>
          <a:ln w="16510">
            <a:solidFill>
              <a:srgbClr val="0710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114800" y="21579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4389120" y="210312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스트립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4389120" y="238658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정상·주의·오류·오프라인 개수를 즉시 파악합니다.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4114800" y="29809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4389120" y="292608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카드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4389120" y="320954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· 상태 · 주소 · 최근 CPU 추이(스파크라인)를 담습니다.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4114800" y="38039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4C8DFF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4389120" y="3749040"/>
            <a:ext cx="7162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E9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상세로 이동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4389120" y="4032504"/>
            <a:ext cx="7162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카드를 누르면 CPU/MEM/DISK 그래프와 액션 화면으로 이동합니다.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12700">
            <a:solidFill>
              <a:srgbClr val="2A2E38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4008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Servex — 연결 후 메인 화면</a:t>
            </a:r>
            <a:endParaRPr lang="en-US" sz="1000" dirty="0"/>
          </a:p>
        </p:txBody>
      </p:sp>
      <p:sp>
        <p:nvSpPr>
          <p:cNvPr id="79" name="Text 77"/>
          <p:cNvSpPr txBox="1"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90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2026-10-15T00:33:35Z</dcterms:created>
  <dcterms:modified xsi:type="dcterms:W3CDTF">2026-10-15T00:33:35Z</dcterms:modified>
</cp:coreProperties>
</file>